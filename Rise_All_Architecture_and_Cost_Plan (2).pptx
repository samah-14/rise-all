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263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4389120"/>
            <a:ext cx="2926080" cy="2926080"/>
          </a:xfrm>
          <a:prstGeom prst="ellipse">
            <a:avLst/>
          </a:prstGeom>
          <a:solidFill>
            <a:srgbClr val="D9A441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RISE ALL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Architecture, Technology &amp; Operational Cost Plan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822960" cy="5486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Figma-faithful static pages · Custom Next.js app · Consolidated hosting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Rise All build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exact Figma fidelity, minimize dev hours, keep cost 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3B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Pages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8529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Services · About · Contact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WordPress (Hello Elementor base) styled with our own custom CSS, built directly to Figma spec.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2971800" cy="365760"/>
          </a:xfrm>
          <a:prstGeom prst="roundRect">
            <a:avLst>
              <a:gd name="adj" fmla="val 15000"/>
            </a:avLst>
          </a:prstGeom>
          <a:solidFill>
            <a:srgbClr val="D9A441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572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Pixel-accurate to Figma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15544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3B2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82880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24688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Layer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3440" y="28529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Dashboard · Booking · Directory · Events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33832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Next.js + Tailwind, using the same design tokens pulled from Figma — not a theme's tokens.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4572000"/>
            <a:ext cx="2971800" cy="365760"/>
          </a:xfrm>
          <a:prstGeom prst="roundRect">
            <a:avLst>
              <a:gd name="adj" fmla="val 15000"/>
            </a:avLst>
          </a:prstGeom>
          <a:solidFill>
            <a:srgbClr val="D9A441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4572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source of truth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0" y="15544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  <a:effectLst>
            <a:outerShdw blurRad="76200" dist="25400" dir="5400000" algn="bl" rotWithShape="0">
              <a:srgbClr val="9AA3B2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03920" y="182880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503920" y="24688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Seamless Site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503920" y="285292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rise-all.com/ + rise-all.com/app/*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503920" y="33832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on one domain — real URLs, shared auth cookies, no iframe, no subdomain hand-off.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4572000"/>
            <a:ext cx="2971800" cy="365760"/>
          </a:xfrm>
          <a:prstGeom prst="roundRect">
            <a:avLst>
              <a:gd name="adj" fmla="val 15000"/>
            </a:avLst>
          </a:prstGeom>
          <a:solidFill>
            <a:srgbClr val="D9A441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5720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seam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All — Platform Architecture &amp; Cost Plan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39996" y="1234440"/>
            <a:ext cx="3108960" cy="548640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pic>
        <p:nvPicPr>
          <p:cNvPr id="4" name="Image 0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6" y="13716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25796" y="1234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&amp; Logged-in Users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094476" y="1783080"/>
            <a:ext cx="0" cy="274320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1097280" y="2057400"/>
            <a:ext cx="9966960" cy="54864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 w="19050">
            <a:solidFill>
              <a:srgbClr val="D9A441"/>
            </a:solidFill>
            <a:prstDash val="solid"/>
          </a:ln>
        </p:spPr>
      </p:sp>
      <p:pic>
        <p:nvPicPr>
          <p:cNvPr id="8" name="Image 1" descr="icons/lin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21945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26280" y="205740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rise-all.com  —  single domain, reverse-proxied by path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291840" y="2606040"/>
            <a:ext cx="0" cy="320040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8869680" y="2606040"/>
            <a:ext cx="0" cy="320040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914400" y="3063240"/>
            <a:ext cx="10360152" cy="1417320"/>
          </a:xfrm>
          <a:prstGeom prst="roundRect">
            <a:avLst>
              <a:gd name="adj" fmla="val 6452"/>
            </a:avLst>
          </a:prstGeom>
          <a:solidFill>
            <a:srgbClr val="FAFBFC"/>
          </a:solidFill>
          <a:ln w="15875">
            <a:solidFill>
              <a:srgbClr val="C7CDD6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1143000" y="30449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HOSTINGER BUSINESS PLAN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1234440" y="3383280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1463040" y="361188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B1F3A"/>
          </a:solidFill>
          <a:ln/>
        </p:spPr>
      </p:sp>
      <p:pic>
        <p:nvPicPr>
          <p:cNvPr id="16" name="Image 2" descr="icons/wordpress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912" y="373075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03120" y="338328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(vanilla + custom CSS)
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/services  /about  /contact — built to exact Figma spec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537960" y="3383280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9" name="Shape 14"/>
          <p:cNvSpPr/>
          <p:nvPr/>
        </p:nvSpPr>
        <p:spPr>
          <a:xfrm>
            <a:off x="6766560" y="361188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B1F3A"/>
          </a:solidFill>
          <a:ln/>
        </p:spPr>
      </p:sp>
      <p:pic>
        <p:nvPicPr>
          <p:cNvPr id="20" name="Image 3" descr="icons/nextjs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432" y="3730752"/>
            <a:ext cx="265176" cy="26517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338328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(custom-built)
</a:t>
            </a: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/app/login  /app/dashboard  /app/booking  /app/events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094476" y="4480560"/>
            <a:ext cx="0" cy="274320"/>
          </a:xfrm>
          <a:prstGeom prst="line">
            <a:avLst/>
          </a:prstGeom>
          <a:noFill/>
          <a:ln w="19050">
            <a:solidFill>
              <a:srgbClr val="9AA3B2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836676" y="48920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37844" y="5074920"/>
            <a:ext cx="420624" cy="420624"/>
          </a:xfrm>
          <a:prstGeom prst="roundRect">
            <a:avLst>
              <a:gd name="adj" fmla="val 108696"/>
            </a:avLst>
          </a:prstGeom>
          <a:solidFill>
            <a:srgbClr val="0B1F3A"/>
          </a:solidFill>
          <a:ln/>
        </p:spPr>
      </p:sp>
      <p:pic>
        <p:nvPicPr>
          <p:cNvPr id="25" name="Image 4" descr="icons/database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8428" y="5175504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68196" y="50566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Cloud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1065276" y="560527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(roles: mentee/mentor/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volunteer/admin)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DB · File Storage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448556" y="48920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649724" y="5074920"/>
            <a:ext cx="420624" cy="420624"/>
          </a:xfrm>
          <a:prstGeom prst="roundRect">
            <a:avLst>
              <a:gd name="adj" fmla="val 108696"/>
            </a:avLst>
          </a:prstGeom>
          <a:solidFill>
            <a:srgbClr val="0B1F3A"/>
          </a:solidFill>
          <a:ln/>
        </p:spPr>
      </p:sp>
      <p:pic>
        <p:nvPicPr>
          <p:cNvPr id="30" name="Image 5" descr="icons/envelope_go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0308" y="5175504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180076" y="50566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Transactional Email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4677156" y="560527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/ Postmark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+ application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confirmations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8060436" y="48920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15875">
            <a:solidFill>
              <a:srgbClr val="D9A441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261604" y="5074920"/>
            <a:ext cx="420624" cy="420624"/>
          </a:xfrm>
          <a:prstGeom prst="roundRect">
            <a:avLst>
              <a:gd name="adj" fmla="val 108696"/>
            </a:avLst>
          </a:prstGeom>
          <a:solidFill>
            <a:srgbClr val="0B1F3A"/>
          </a:solidFill>
          <a:ln/>
        </p:spPr>
      </p:sp>
      <p:pic>
        <p:nvPicPr>
          <p:cNvPr id="35" name="Image 6" descr="icons/shield_go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2188" y="5175504"/>
            <a:ext cx="219456" cy="21945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791956" y="50566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37" name="Shape 28"/>
          <p:cNvSpPr/>
          <p:nvPr/>
        </p:nvSpPr>
        <p:spPr>
          <a:xfrm>
            <a:off x="10392156" y="5020056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38" name="Text 29"/>
          <p:cNvSpPr/>
          <p:nvPr/>
        </p:nvSpPr>
        <p:spPr>
          <a:xfrm>
            <a:off x="10392156" y="502005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800" dirty="0"/>
          </a:p>
        </p:txBody>
      </p:sp>
      <p:sp>
        <p:nvSpPr>
          <p:cNvPr id="39" name="Text 30"/>
          <p:cNvSpPr/>
          <p:nvPr/>
        </p:nvSpPr>
        <p:spPr>
          <a:xfrm>
            <a:off x="8289036" y="560527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— optional,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post-launch once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real traffic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All — Platform Architecture &amp; Cost Plan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— What Each Layer Does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piece is there, in plain terms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7452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/ Technology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60520" y="1554480"/>
            <a:ext cx="7086600" cy="45720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64240" cy="74980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67128"/>
            <a:ext cx="438912" cy="438912"/>
          </a:xfrm>
          <a:prstGeom prst="roundRect">
            <a:avLst>
              <a:gd name="adj" fmla="val 104167"/>
            </a:avLst>
          </a:prstGeom>
          <a:solidFill>
            <a:srgbClr val="0B1F3A"/>
          </a:solidFill>
          <a:ln/>
        </p:spPr>
      </p:sp>
      <p:pic>
        <p:nvPicPr>
          <p:cNvPr id="10" name="Image 0" descr="icons/wordpres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26771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74520" y="2011680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Layer
</a:t>
            </a: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(vanilla + custom CSS)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160520" y="2011680"/>
            <a:ext cx="7086600" cy="74980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static marketing pages — Home, Services, About, Contact. Ops staff edit copy and images with no code.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761488"/>
            <a:ext cx="11064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2916936"/>
            <a:ext cx="438912" cy="438912"/>
          </a:xfrm>
          <a:prstGeom prst="roundRect">
            <a:avLst>
              <a:gd name="adj" fmla="val 104167"/>
            </a:avLst>
          </a:prstGeom>
          <a:solidFill>
            <a:srgbClr val="0B1F3A"/>
          </a:solidFill>
          <a:ln/>
        </p:spPr>
      </p:sp>
      <p:pic>
        <p:nvPicPr>
          <p:cNvPr id="15" name="Image 1" descr="icons/nextjs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017520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74520" y="2761488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
</a:t>
            </a: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Tailwind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160520" y="2761488"/>
            <a:ext cx="7086600" cy="74980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everything interactive — auth, dashboards, booking, mentor directory, events. Pixel-matched to Figma.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511296"/>
            <a:ext cx="11064240" cy="74980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77240" y="3666744"/>
            <a:ext cx="438912" cy="438912"/>
          </a:xfrm>
          <a:prstGeom prst="roundRect">
            <a:avLst>
              <a:gd name="adj" fmla="val 104167"/>
            </a:avLst>
          </a:prstGeom>
          <a:solidFill>
            <a:srgbClr val="0B1F3A"/>
          </a:solidFill>
          <a:ln/>
        </p:spPr>
      </p:sp>
      <p:pic>
        <p:nvPicPr>
          <p:cNvPr id="20" name="Image 2" descr="icons/database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767328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74520" y="3511296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
</a:t>
            </a: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 + Postgres + Storage)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160520" y="3511296"/>
            <a:ext cx="7086600" cy="74980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 accounts and roles, stores relational data (bookings, events, applications), and holds uploaded files.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261104"/>
            <a:ext cx="11064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77240" y="4416552"/>
            <a:ext cx="438912" cy="438912"/>
          </a:xfrm>
          <a:prstGeom prst="roundRect">
            <a:avLst>
              <a:gd name="adj" fmla="val 104167"/>
            </a:avLst>
          </a:prstGeom>
          <a:solidFill>
            <a:srgbClr val="0B1F3A"/>
          </a:solidFill>
          <a:ln/>
        </p:spPr>
      </p:sp>
      <p:pic>
        <p:nvPicPr>
          <p:cNvPr id="25" name="Image 3" descr="icons/hosting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517136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874520" y="4261104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Layer
</a:t>
            </a: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 Business Plan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4160520" y="4261104"/>
            <a:ext cx="7086600" cy="74980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both WordPress and Next.js on one consolidated plan — one bill, one account, lower cost.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5010912"/>
            <a:ext cx="11064240" cy="74980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77240" y="5166360"/>
            <a:ext cx="438912" cy="438912"/>
          </a:xfrm>
          <a:prstGeom prst="roundRect">
            <a:avLst>
              <a:gd name="adj" fmla="val 104167"/>
            </a:avLst>
          </a:prstGeom>
          <a:solidFill>
            <a:srgbClr val="0B1F3A"/>
          </a:solidFill>
          <a:ln/>
        </p:spPr>
      </p:sp>
      <p:pic>
        <p:nvPicPr>
          <p:cNvPr id="30" name="Image 4" descr="icons/envelope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5266944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874520" y="5010912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Layer
</a:t>
            </a: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/ Postmark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4160520" y="5010912"/>
            <a:ext cx="7086600" cy="74980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booking confirmations and application status emails automatically.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48640" y="5760720"/>
            <a:ext cx="11064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77240" y="5916168"/>
            <a:ext cx="438912" cy="438912"/>
          </a:xfrm>
          <a:prstGeom prst="roundRect">
            <a:avLst>
              <a:gd name="adj" fmla="val 104167"/>
            </a:avLst>
          </a:prstGeom>
          <a:solidFill>
            <a:srgbClr val="0B1F3A"/>
          </a:solidFill>
          <a:ln/>
        </p:spPr>
      </p:sp>
      <p:pic>
        <p:nvPicPr>
          <p:cNvPr id="35" name="Image 5" descr="icons/shield_go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6016752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874520" y="5760720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Layer
</a:t>
            </a: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10058400" y="59893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38" name="Text 30"/>
          <p:cNvSpPr/>
          <p:nvPr/>
        </p:nvSpPr>
        <p:spPr>
          <a:xfrm>
            <a:off x="10058400" y="59893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4160520" y="5760720"/>
            <a:ext cx="5715000" cy="74980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bugs and crashes as they happen. Optional — add once there's real post-launch traffic to justify it.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All — Platform Architecture &amp; Cost Plan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Pages — Vanilla WordPress + Custom CSS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Services, About, Contact — built to match Figma exactly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74520"/>
            <a:ext cx="548640" cy="548640"/>
          </a:xfrm>
          <a:prstGeom prst="roundRect">
            <a:avLst>
              <a:gd name="adj" fmla="val 83333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From Blank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Elementor — a near-blank base theme with no imposed design opinions to work around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1874520"/>
            <a:ext cx="548640" cy="548640"/>
          </a:xfrm>
          <a:prstGeom prst="roundRect">
            <a:avLst>
              <a:gd name="adj" fmla="val 83333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75120" y="25603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Global Tokens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75120" y="29260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Colors &amp; Typography set in Elementor using exact hex codes and fonts pulled from Figma Dev Mode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69080"/>
            <a:ext cx="548640" cy="548640"/>
          </a:xfrm>
          <a:prstGeom prst="roundRect">
            <a:avLst>
              <a:gd name="adj" fmla="val 83333"/>
            </a:avLst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68680" y="475488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To Spec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51206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(hero, stat bar, feature icons, service cards) built as an Elementor block, styled with custom CSS matched to Figma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374904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4069080"/>
            <a:ext cx="548640" cy="548640"/>
          </a:xfrm>
          <a:prstGeom prst="roundRect">
            <a:avLst>
              <a:gd name="adj" fmla="val 83333"/>
            </a:avLst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675120" y="475488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Editing Stays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75120" y="51206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staff still edit content via Elementor's visual drag-and-drop editor — no code required day-to-day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All — Platform Architecture &amp; Cost Plan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Layer — Custom Next.js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dashboards, booking, mentor directory, events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5564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26771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Roles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72491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Mentee / Mentor / Volunteer / Admin, via Supabase Auth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175564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84448" y="226771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 Directory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84448" y="272491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filters, mentor cards, profile pages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175564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9088" y="226771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19088" y="272491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availability, date blocking, slot booking — no calendar sync in MVP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52560" y="1554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53728" y="175564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9253728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53728" y="226771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 Dashboards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53728" y="272491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incoming requests, availability manager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381304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813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" y="432511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" y="478231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view of all registered mentors, mentees &amp; volunteers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0" y="3611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84448" y="381304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0B1F3A"/>
          </a:solidFill>
          <a:ln/>
        </p:spPr>
      </p:sp>
      <p:sp>
        <p:nvSpPr>
          <p:cNvPr id="31" name="Text 29"/>
          <p:cNvSpPr/>
          <p:nvPr/>
        </p:nvSpPr>
        <p:spPr>
          <a:xfrm>
            <a:off x="3584448" y="3813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84448" y="432511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84448" y="478231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Mentee / Mentor / Volunteer sign-up forms, resume upload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3611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19088" y="381304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0B1F3A"/>
          </a:solidFill>
          <a:ln/>
        </p:spPr>
      </p:sp>
      <p:sp>
        <p:nvSpPr>
          <p:cNvPr id="36" name="Text 34"/>
          <p:cNvSpPr/>
          <p:nvPr/>
        </p:nvSpPr>
        <p:spPr>
          <a:xfrm>
            <a:off x="6419088" y="3813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19088" y="432511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(full CRUD)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19088" y="478231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Staff-managed creation, editing, auto seat-count tracking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52560" y="3611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53728" y="3813048"/>
            <a:ext cx="384048" cy="384048"/>
          </a:xfrm>
          <a:prstGeom prst="roundRect">
            <a:avLst>
              <a:gd name="adj" fmla="val 119048"/>
            </a:avLst>
          </a:prstGeom>
          <a:solidFill>
            <a:srgbClr val="0B1F3A"/>
          </a:solidFill>
          <a:ln/>
        </p:spPr>
      </p:sp>
      <p:sp>
        <p:nvSpPr>
          <p:cNvPr id="41" name="Text 39"/>
          <p:cNvSpPr/>
          <p:nvPr/>
        </p:nvSpPr>
        <p:spPr>
          <a:xfrm>
            <a:off x="9253728" y="3813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253728" y="432511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Registration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253728" y="4782312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Public-facing page for mentees &amp; volunteers to register for events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 (colors, fonts, spacing) are pulled from the same Figma file used for WordPress — one source of truth, both systems match without a middleman theme.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All — Platform Architecture &amp; Cost Plan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WordPress &amp; Next.js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codebases need to feel like one product — here's how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iFrame Embed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34640" y="175564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755648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pages embedded inside a WordPress page frame.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97180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5468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cookies don't pass reliably across the frame, mobile layouts break, and back/forward navigation stops working.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50876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5F6F8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373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Subdomain Split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75120" y="175564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B8862E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755648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seam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rise-all.com for marketing, app.rise-all.com for the platform.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297180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15468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and auth work, but crossing to a new subdomain is a visible hand-off — it reads as leaving one site for another.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150876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BF1DD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17373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 Proxy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515600" y="175564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0" y="1755648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503920" y="22402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domain — rise-all.com/ and rise-all.com/app/* — routed at the server.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3017520"/>
            <a:ext cx="2971800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315468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domain the whole time: cookies, URLs, and navigation all behave normally, with no hand-off moment.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8006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reverse proxy fits Rise All specifically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68680" y="525780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5138928"/>
            <a:ext cx="10195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domain means Supabase auth cookies just work — no cross-domain workaround to build or maintain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8680" y="5596128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5477256"/>
            <a:ext cx="10195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moving from Services to Login or Dashboard never see a URL or system change, so the product feels whole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8680" y="5934456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5815584"/>
            <a:ext cx="10195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directly on the consolidated Hostinger hosting already chosen for cost — no extra domain or DNS to manage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All — Platform Architecture &amp; Cost Plan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Fidelity vs. Effort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vanilla WordPress + custom CSS is the right trade-off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46888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2468880" cy="77724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1600200"/>
            <a:ext cx="292608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600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Theme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Lead Up)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600200"/>
            <a:ext cx="3200400" cy="777240"/>
          </a:xfrm>
          <a:prstGeom prst="rect">
            <a:avLst/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600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WP + Custom CSS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(recommended)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0" y="1600200"/>
            <a:ext cx="246888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16002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(Next.js renders all)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246888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77440"/>
            <a:ext cx="246888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fidelity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2377440"/>
            <a:ext cx="292608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3774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2377440"/>
            <a:ext cx="3200400" cy="566928"/>
          </a:xfrm>
          <a:prstGeom prst="rect">
            <a:avLst/>
          </a:prstGeom>
          <a:solidFill>
            <a:srgbClr val="FBF1DD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3774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0" y="2377440"/>
            <a:ext cx="246888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23774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944368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944368"/>
            <a:ext cx="246888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Static-page design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 only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17520" y="2944368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29443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~2.5–3.5 days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2944368"/>
            <a:ext cx="3200400" cy="566928"/>
          </a:xfrm>
          <a:prstGeom prst="rect">
            <a:avLst/>
          </a:prstGeom>
          <a:solidFill>
            <a:srgbClr val="FBF1DD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9443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~5.5–7.5 days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44000" y="2944368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29443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~15–18 days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511296"/>
            <a:ext cx="246888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11296"/>
            <a:ext cx="246888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editing experience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17520" y="3511296"/>
            <a:ext cx="292608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351129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(Elementor)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0" y="3511296"/>
            <a:ext cx="3200400" cy="566928"/>
          </a:xfrm>
          <a:prstGeom prst="rect">
            <a:avLst/>
          </a:prstGeom>
          <a:solidFill>
            <a:srgbClr val="FBF1DD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5112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(Elementor)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44000" y="3511296"/>
            <a:ext cx="246888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351129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fields only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078224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078224"/>
            <a:ext cx="246888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cost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17520" y="4078224"/>
            <a:ext cx="29260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0" y="40782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$59–$69 theme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4078224"/>
            <a:ext cx="3200400" cy="566928"/>
          </a:xfrm>
          <a:prstGeom prst="rect">
            <a:avLst/>
          </a:prstGeom>
          <a:solidFill>
            <a:srgbClr val="FBF1DD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40782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(free base theme)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144000" y="4078224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0" y="407822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645152"/>
            <a:ext cx="246888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645152"/>
            <a:ext cx="2468880" cy="56692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token matching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017520" y="4645152"/>
            <a:ext cx="292608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46451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from live theme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943600" y="4645152"/>
            <a:ext cx="3200400" cy="566928"/>
          </a:xfrm>
          <a:prstGeom prst="rect">
            <a:avLst/>
          </a:prstGeom>
          <a:solidFill>
            <a:srgbClr val="FBF1DD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0" y="46451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Figma source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144000" y="4645152"/>
            <a:ext cx="2468880" cy="56692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0" y="46451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Figma source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53949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DF3E3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" y="53949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these figures cover the static-page design build only — not the full web application. App layer effort is shown separately.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WP + custom CSS costs ~3–4 extra design-days over a pre-built theme, but removes all design compromise — and simplifies Next.js matching, since both sides build from the same Figma tokens instead of a middleman theme's.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All — Platform Architecture &amp; Cost Plan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Cost — Options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infrastructure only — developers are volunteer-based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3317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2331720" cy="50292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80360" y="1508760"/>
            <a:ext cx="288036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5087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60720" y="1508760"/>
            <a:ext cx="3063240" cy="502920"/>
          </a:xfrm>
          <a:prstGeom prst="rect">
            <a:avLst/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5087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23960" y="1508760"/>
            <a:ext cx="27889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23960" y="15087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233172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11680"/>
            <a:ext cx="233172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hosting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80360" y="2011680"/>
            <a:ext cx="288036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20116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WP Engine/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Kinsta · $50–82/mo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2011680"/>
            <a:ext cx="3063240" cy="658368"/>
          </a:xfrm>
          <a:prstGeom prst="rect">
            <a:avLst/>
          </a:prstGeom>
          <a:solidFill>
            <a:srgbClr val="FBF1DD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0116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 Business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(consolidated) · ~$17/mo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23960" y="2011680"/>
            <a:ext cx="278892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3960" y="201168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 VPS ·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~$9–17/mo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670048"/>
            <a:ext cx="23317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670048"/>
            <a:ext cx="233172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Database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Storage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80360" y="2670048"/>
            <a:ext cx="2880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2670048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Cloud Pro ·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$25–75/mo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2670048"/>
            <a:ext cx="3063240" cy="658368"/>
          </a:xfrm>
          <a:prstGeom prst="rect">
            <a:avLst/>
          </a:prstGeom>
          <a:solidFill>
            <a:srgbClr val="FBF1DD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267004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Cloud Pro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(kept managed) · $25–75/mo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23960" y="2670048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23960" y="267004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VPS ·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$12–25/mo (higher risk)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328416"/>
            <a:ext cx="233172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328416"/>
            <a:ext cx="233172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80360" y="3328416"/>
            <a:ext cx="288036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332841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/ Postmark ·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$0–20/mo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60720" y="3328416"/>
            <a:ext cx="3063240" cy="658368"/>
          </a:xfrm>
          <a:prstGeom prst="rect">
            <a:avLst/>
          </a:prstGeom>
          <a:solidFill>
            <a:srgbClr val="FBF1DD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332841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/ Postmark ·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$0–20/mo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23960" y="3328416"/>
            <a:ext cx="278892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23960" y="3328416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recommended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(deliverability risk)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3986784"/>
            <a:ext cx="23317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986784"/>
            <a:ext cx="233172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80360" y="3986784"/>
            <a:ext cx="28803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0360" y="398678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Team ·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$26/mo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760720" y="3986784"/>
            <a:ext cx="3063240" cy="658368"/>
          </a:xfrm>
          <a:prstGeom prst="rect">
            <a:avLst/>
          </a:prstGeom>
          <a:solidFill>
            <a:srgbClr val="FBF1DD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3986784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add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post-launch · $0/mo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823960" y="3986784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23960" y="3986784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4645152"/>
            <a:ext cx="233172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645152"/>
            <a:ext cx="2331720" cy="658368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+ SSL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80360" y="4645152"/>
            <a:ext cx="288036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80360" y="464515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$1–2/mo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60720" y="4645152"/>
            <a:ext cx="3063240" cy="658368"/>
          </a:xfrm>
          <a:prstGeom prst="rect">
            <a:avLst/>
          </a:prstGeom>
          <a:solidFill>
            <a:srgbClr val="FBF1DD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60720" y="464515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$1–2/mo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823960" y="4645152"/>
            <a:ext cx="2788920" cy="658368"/>
          </a:xfrm>
          <a:prstGeom prst="rect">
            <a:avLst/>
          </a:prstGeom>
          <a:solidFill>
            <a:srgbClr val="F5F6F8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23960" y="464515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$1–2/mo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5303520"/>
            <a:ext cx="23317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5303520"/>
            <a:ext cx="2331720" cy="54864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/ month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880360" y="5303520"/>
            <a:ext cx="288036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80360" y="5303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~$76–205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760720" y="5303520"/>
            <a:ext cx="3063240" cy="548640"/>
          </a:xfrm>
          <a:prstGeom prst="rect">
            <a:avLst/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0720" y="53035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~$43–114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823960" y="5303520"/>
            <a:ext cx="27889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823960" y="530352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~$22–64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keeps the data layer (Supabase) managed for security, while consolidating hosting for savings — the middle ground between cost and risk.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All — Platform Architecture &amp; Cost Plan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11480" cy="411480"/>
          </a:xfrm>
          <a:prstGeom prst="roundRect">
            <a:avLst>
              <a:gd name="adj" fmla="val 111111"/>
            </a:avLst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38988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requirements and mockups (ongoing)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39112"/>
            <a:ext cx="411480" cy="411480"/>
          </a:xfrm>
          <a:prstGeom prst="roundRect">
            <a:avLst>
              <a:gd name="adj" fmla="val 111111"/>
            </a:avLst>
          </a:prstGeom>
          <a:solidFill>
            <a:srgbClr val="D9A44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391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licenses for coding tools (e.g. Claude Code, dev tooling)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60904"/>
            <a:ext cx="411480" cy="411480"/>
          </a:xfrm>
          <a:prstGeom prst="roundRect">
            <a:avLst>
              <a:gd name="adj" fmla="val 111111"/>
            </a:avLst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609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6334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exact colors, fonts &amp; spacing from the Figma file (Dev Mode)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82696"/>
            <a:ext cx="411480" cy="411480"/>
          </a:xfrm>
          <a:prstGeom prst="roundRect">
            <a:avLst>
              <a:gd name="adj" fmla="val 111111"/>
            </a:avLst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826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25526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Hostinger Business plan — one account for WordPress + Next.js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904488"/>
            <a:ext cx="411480" cy="411480"/>
          </a:xfrm>
          <a:prstGeom prst="roundRect">
            <a:avLst>
              <a:gd name="adj" fmla="val 111111"/>
            </a:avLst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04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87705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Supabase Cloud Pro project — auth, database, storage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411480" cy="411480"/>
          </a:xfrm>
          <a:prstGeom prst="roundRect">
            <a:avLst>
              <a:gd name="adj" fmla="val 111111"/>
            </a:avLst>
          </a:prstGeom>
          <a:solidFill>
            <a:srgbClr val="D9A44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26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4988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static pages in vanilla WordPress (Hello Elementor + custom CSS)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148072"/>
            <a:ext cx="411480" cy="411480"/>
          </a:xfrm>
          <a:prstGeom prst="roundRect">
            <a:avLst>
              <a:gd name="adj" fmla="val 111111"/>
            </a:avLst>
          </a:prstGeom>
          <a:solidFill>
            <a:srgbClr val="D9A44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48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Next.js app layer in parallel, using the same Figma tokens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769864"/>
            <a:ext cx="411480" cy="411480"/>
          </a:xfrm>
          <a:prstGeom prst="roundRect">
            <a:avLst>
              <a:gd name="adj" fmla="val 111111"/>
            </a:avLst>
          </a:prstGeom>
          <a:solidFill>
            <a:srgbClr val="D9A44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7698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574243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reverse proxy so both systems sit under one domain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All — Platform Architecture &amp; Cost Plan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1461</Words>
  <Application>Microsoft Office PowerPoint</Application>
  <PresentationFormat>Widescreen</PresentationFormat>
  <Paragraphs>240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Mr. Tree</cp:lastModifiedBy>
  <cp:revision>2</cp:revision>
  <dcterms:created xsi:type="dcterms:W3CDTF">2026-08-16T20:41:07Z</dcterms:created>
  <dcterms:modified xsi:type="dcterms:W3CDTF">2026-08-16T20:43:40Z</dcterms:modified>
</cp:coreProperties>
</file>